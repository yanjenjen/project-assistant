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7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C8F930-7891-C1E4-F4BF-579D83901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A2C24A6-8680-4086-7758-9451986BB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CD7A4F-27EB-42BC-916F-BF6E3C63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815301-77F7-872D-F488-381F56656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1CCF20-CFAB-D797-3D6A-0AA3E19A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9067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2E298D-9CD0-0F4C-6142-FB98E9DB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84590E-FB34-2642-EC4F-29B9535C1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155C90-FA2C-235F-7AE3-490B7D6C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97EF8F-EFC2-01E5-94BE-9DA8C8BD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AB4147-AAC4-A5FB-6DB8-91E29E69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65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A18A0-DE64-8AC6-B54E-E10DE5DE3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07893E-DFE3-9FBF-CD41-DAB485B56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798A5D-32FE-3E8E-FC6A-3D5442A7A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8B0B71-B9E4-CBDA-0298-F36B5DC1F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E8D867-7180-9B31-B166-0A384AA4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09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44A1BC-8C0A-86C9-567E-A505122C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1A3ED8-6E2B-8D25-BAD9-097D5620B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F682830-81A5-F9E6-B331-B33486360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959B3A-3FAB-468D-B577-0E0F9F3A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2A1A5A-651B-E165-ADE3-D56688AED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696193-3A94-45A7-5891-83D48601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648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356538-FC89-9FA3-835C-E0507DA99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402210-EFB7-33D5-42A8-9DC22D8FF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7B09EF-9624-580F-6097-03DE760DF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2236CE3-6908-3532-C90C-86E4025D1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4DB83AB-CCE1-9BD1-1F01-31BA93F8A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BE74950-79D8-AA11-FF38-6259D50C6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7D8EAB9-A7B1-5EC0-0BA4-FDFFC02B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4CB3B49-C8BA-DF69-5AE7-8012E43D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5407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F05F69-4F25-75AE-2257-6D973BDD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56CC676-7A33-0DDF-7956-F63CD9B25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EB55652-986B-86DC-8A19-73099041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120A05-2758-9A67-3B5E-A72E9E8BD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92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2A718EE-552F-82DB-A463-E438A85C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EA78F9-3BF3-2518-2E41-3545F5CD0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35451E-D519-39DF-8767-D3DC51443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9236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2826B6-DE15-62EF-7A26-5EB3DDB8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A198E1-EE2C-D48F-B858-795F76929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33A9DD-F7F0-0E00-8160-EA254103B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6DD1EE-AB06-93BD-2E64-9C370D712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AB3743-1367-9C63-C812-CC74C74EA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F73C59-74F6-A581-4ED6-684ADD39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9832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214F2F-52DB-CA56-3783-334A27BA6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3EAB742-C8A5-A9C3-E1E4-578B6E519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CBF64C0-117E-C12C-B286-27B7287A3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C539AF6-B585-CF6F-EA39-B645F54F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2DC692-78F6-5292-2A40-FB128FB5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E212CC-6536-FD74-FE2E-2E00D758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1807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C7302-4E15-EE29-88BB-9F24D1377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6A6EBED-0A0D-43CB-0916-F74589143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E15C9B-EA77-70F3-EB64-A722CD95C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4B7FEF-2542-FFA4-F412-0B4A452B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B344B8-C9B9-E170-45AF-FF93383DB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5180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9AFA79A-D1D9-90DB-91BB-8FF57BC78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AE85F8-B8C8-1D16-3BBC-62FA9BC4E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7BFA7B-C168-14D9-B251-7BAA2AAB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2B0A41-EF41-2A2A-A502-C3C7FF94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28CE73-7CFB-6B6D-A636-EB408338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390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F228913-BAFA-E3DE-85A6-5C6EB9C0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82C26B-84F1-8825-464B-B782C1F66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CED567-0C8B-A175-0737-F90D9F71C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3D330-AD3E-4587-B0FE-06C96513DDF9}" type="datetimeFigureOut">
              <a:rPr lang="zh-TW" altLang="en-US" smtClean="0"/>
              <a:t>2026/7/6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A93A2A-6EB7-44D8-1930-7A28E3F07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625627-0AEC-B3AB-A888-4D84B9A50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81804-1A25-4F64-9B2D-FF66BE5A1C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584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A90372F-C3C4-6D00-1E45-C31169592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12192000" cy="48768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4120E3-EBAA-B42D-D3CA-03C13F55FE5C}"/>
              </a:ext>
            </a:extLst>
          </p:cNvPr>
          <p:cNvSpPr txBox="1"/>
          <p:nvPr/>
        </p:nvSpPr>
        <p:spPr>
          <a:xfrm>
            <a:off x="1828800" y="0"/>
            <a:ext cx="88981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 於紅框處新增花紋的下拉搜尋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 文字模糊搜尋希望可以省略特殊符號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195/75R16C</a:t>
            </a:r>
            <a:r>
              <a:rPr lang="zh-TW" altLang="en-US" dirty="0"/>
              <a:t>，可以以</a:t>
            </a:r>
            <a:r>
              <a:rPr lang="en-US" altLang="zh-TW" dirty="0"/>
              <a:t>1957516</a:t>
            </a:r>
            <a:r>
              <a:rPr lang="zh-TW" altLang="en-US" dirty="0"/>
              <a:t>找到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3.</a:t>
            </a:r>
            <a:r>
              <a:rPr lang="zh-TW" altLang="en-US" dirty="0"/>
              <a:t> 文字搜尋不用搜尋成代資料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E3BE431-BD23-6E6B-33B7-12FC134AF9B9}"/>
              </a:ext>
            </a:extLst>
          </p:cNvPr>
          <p:cNvSpPr/>
          <p:nvPr/>
        </p:nvSpPr>
        <p:spPr>
          <a:xfrm>
            <a:off x="3147640" y="2843008"/>
            <a:ext cx="1074656" cy="3576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92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919E6-928A-375F-9573-B3EA17FF6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0CAB76E-1066-CE33-5956-845B2C7DE753}"/>
              </a:ext>
            </a:extLst>
          </p:cNvPr>
          <p:cNvSpPr txBox="1"/>
          <p:nvPr/>
        </p:nvSpPr>
        <p:spPr>
          <a:xfrm>
            <a:off x="1646903" y="68826"/>
            <a:ext cx="88981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查找單一花紋時，將輪胎圖片放置在左上或右上當圖例，不用每個規格都顯示相同圖片</a:t>
            </a:r>
            <a:endParaRPr lang="en-US" altLang="zh-TW" dirty="0"/>
          </a:p>
          <a:p>
            <a:r>
              <a:rPr lang="zh-TW" altLang="en-US" dirty="0"/>
              <a:t>新增產品說明：由業務從後台描述產品內容，內容不是由產品主檔拉取。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52D6AAC-9751-8C41-42C4-9952FA7AC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52599"/>
            <a:ext cx="12192000" cy="58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92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9EC4BB51-B49C-0A1B-DBF4-E9B3C747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334" y="2104840"/>
            <a:ext cx="9869277" cy="264832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09624B8-4197-9440-4830-9FBAEFD72434}"/>
              </a:ext>
            </a:extLst>
          </p:cNvPr>
          <p:cNvSpPr txBox="1"/>
          <p:nvPr/>
        </p:nvSpPr>
        <p:spPr>
          <a:xfrm>
            <a:off x="1882877" y="963562"/>
            <a:ext cx="8898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dirty="0"/>
              <a:t>調整成條列式供客戶下單，因為客戶通常都一個是花紋一次性將所有需求規格下完訂單，之後才會換下一個規格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訂購數採客戶可直接打入數字方式，現行會固定有數字</a:t>
            </a:r>
            <a:r>
              <a:rPr lang="en-US" altLang="zh-TW" dirty="0"/>
              <a:t>1</a:t>
            </a:r>
            <a:r>
              <a:rPr lang="zh-TW" altLang="en-US" dirty="0"/>
              <a:t>，若要打</a:t>
            </a:r>
            <a:r>
              <a:rPr lang="en-US" altLang="zh-TW" dirty="0"/>
              <a:t>5</a:t>
            </a:r>
            <a:r>
              <a:rPr lang="zh-TW" altLang="en-US" dirty="0"/>
              <a:t>，需先變</a:t>
            </a:r>
            <a:r>
              <a:rPr lang="en-US" altLang="zh-TW" dirty="0"/>
              <a:t>15</a:t>
            </a:r>
            <a:r>
              <a:rPr lang="zh-TW" altLang="en-US" dirty="0"/>
              <a:t>再將</a:t>
            </a:r>
            <a:r>
              <a:rPr lang="en-US" altLang="zh-TW" dirty="0"/>
              <a:t>1</a:t>
            </a:r>
            <a:r>
              <a:rPr lang="zh-TW" altLang="en-US" dirty="0"/>
              <a:t>刪除，造成不便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7EE4C9E-0336-25A7-B16F-59A0EBB13ED2}"/>
              </a:ext>
            </a:extLst>
          </p:cNvPr>
          <p:cNvSpPr/>
          <p:nvPr/>
        </p:nvSpPr>
        <p:spPr>
          <a:xfrm>
            <a:off x="9314838" y="2922058"/>
            <a:ext cx="1074656" cy="3576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259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85CF6-9FC3-B4E4-4E04-56218697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8241321-D51E-2EB2-D38B-8D4E1ECE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19" y="180521"/>
            <a:ext cx="3229426" cy="649695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A62D822-EEA8-A4D1-E5EF-AF8021D39EDB}"/>
              </a:ext>
            </a:extLst>
          </p:cNvPr>
          <p:cNvSpPr txBox="1"/>
          <p:nvPr/>
        </p:nvSpPr>
        <p:spPr>
          <a:xfrm>
            <a:off x="4672545" y="1445343"/>
            <a:ext cx="5863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>
                <a:latin typeface="新細明體" panose="02020500000000000000" pitchFamily="18" charset="-120"/>
                <a:ea typeface="標楷體" panose="03000509000000000000" pitchFamily="65" charset="-120"/>
                <a:cs typeface="新細明體" panose="02020500000000000000" pitchFamily="18" charset="-120"/>
              </a:rPr>
              <a:t>包裝方式希望用後台設定是否顯示給經銷商看</a:t>
            </a:r>
            <a:r>
              <a:rPr lang="en-US" altLang="zh-TW" dirty="0">
                <a:latin typeface="新細明體" panose="02020500000000000000" pitchFamily="18" charset="-120"/>
                <a:ea typeface="標楷體" panose="03000509000000000000" pitchFamily="65" charset="-120"/>
                <a:cs typeface="新細明體" panose="02020500000000000000" pitchFamily="18" charset="-120"/>
              </a:rPr>
              <a:t>(</a:t>
            </a:r>
            <a:r>
              <a:rPr lang="zh-TW" altLang="zh-TW" dirty="0">
                <a:latin typeface="新細明體" panose="02020500000000000000" pitchFamily="18" charset="-120"/>
                <a:ea typeface="標楷體" panose="03000509000000000000" pitchFamily="65" charset="-120"/>
                <a:cs typeface="新細明體" panose="02020500000000000000" pitchFamily="18" charset="-120"/>
              </a:rPr>
              <a:t>部分胎種別不需告知</a:t>
            </a:r>
            <a:r>
              <a:rPr lang="en-US" altLang="zh-TW" dirty="0">
                <a:latin typeface="新細明體" panose="02020500000000000000" pitchFamily="18" charset="-120"/>
                <a:ea typeface="標楷體" panose="03000509000000000000" pitchFamily="65" charset="-120"/>
                <a:cs typeface="新細明體" panose="02020500000000000000" pitchFamily="18" charset="-120"/>
              </a:rPr>
              <a:t>)</a:t>
            </a:r>
            <a:r>
              <a:rPr lang="zh-TW" altLang="zh-TW" dirty="0">
                <a:latin typeface="新細明體" panose="02020500000000000000" pitchFamily="18" charset="-120"/>
                <a:ea typeface="標楷體" panose="03000509000000000000" pitchFamily="65" charset="-120"/>
                <a:cs typeface="新細明體" panose="02020500000000000000" pitchFamily="18" charset="-120"/>
              </a:rPr>
              <a:t>。</a:t>
            </a:r>
            <a:endParaRPr lang="zh-TW" altLang="zh-TW" sz="16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1487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B1A3-83AE-11FC-D791-E3A0DF8A9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75A339E-C144-0733-635D-A080E11C9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446590"/>
            <a:ext cx="5210902" cy="537285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4827A98-F543-5ACF-11BD-EBAC622547EA}"/>
              </a:ext>
            </a:extLst>
          </p:cNvPr>
          <p:cNvSpPr txBox="1"/>
          <p:nvPr/>
        </p:nvSpPr>
        <p:spPr>
          <a:xfrm>
            <a:off x="6216209" y="973395"/>
            <a:ext cx="5863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TW" altLang="zh-TW" dirty="0">
                <a:latin typeface="新細明體" panose="02020500000000000000" pitchFamily="18" charset="-120"/>
                <a:ea typeface="標楷體" panose="03000509000000000000" pitchFamily="65" charset="-120"/>
                <a:cs typeface="新細明體" panose="02020500000000000000" pitchFamily="18" charset="-120"/>
              </a:rPr>
              <a:t>報價單中的「標準報價」建議改為「正式報價」，且登入帳號預設為「正式報價」。</a:t>
            </a:r>
            <a:endParaRPr lang="zh-TW" altLang="zh-TW" sz="1600" dirty="0">
              <a:latin typeface="新細明體" panose="02020500000000000000" pitchFamily="18" charset="-120"/>
              <a:cs typeface="新細明體" panose="02020500000000000000" pitchFamily="18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438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2E837-12D9-903A-DB3F-C2690641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4A7E40-3A4D-7C76-1E53-57116C013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F1CCD3A-7753-195E-EE54-0AA0501CF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7AB94A-3D7F-6FC2-E2BF-58DEA3280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797"/>
            <a:ext cx="12192000" cy="5879052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B7B6BB07-C8EE-757C-F620-F86202B7310A}"/>
              </a:ext>
            </a:extLst>
          </p:cNvPr>
          <p:cNvSpPr/>
          <p:nvPr/>
        </p:nvSpPr>
        <p:spPr>
          <a:xfrm>
            <a:off x="197963" y="1122363"/>
            <a:ext cx="1074656" cy="3576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D8EDF98-0C22-92B5-8461-709F0D2BCCF2}"/>
              </a:ext>
            </a:extLst>
          </p:cNvPr>
          <p:cNvSpPr/>
          <p:nvPr/>
        </p:nvSpPr>
        <p:spPr>
          <a:xfrm>
            <a:off x="8617671" y="1122362"/>
            <a:ext cx="1074656" cy="3576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2AAF7E8-5C97-F766-FCFF-E483C9974F6F}"/>
              </a:ext>
            </a:extLst>
          </p:cNvPr>
          <p:cNvSpPr txBox="1"/>
          <p:nvPr/>
        </p:nvSpPr>
        <p:spPr>
          <a:xfrm>
            <a:off x="4029960" y="1156841"/>
            <a:ext cx="3063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訂單查詢裡訂單單號與</a:t>
            </a:r>
            <a:r>
              <a:rPr lang="en-US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訂單號不應為相同</a:t>
            </a:r>
            <a:endParaRPr lang="zh-TW" altLang="en-US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066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8AAB1-66D7-CDD1-3EED-B357A60E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151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7C0E-64DD-BC82-84D1-3EDD03386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558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81E93-9E50-D8B2-0D3B-862ED5B5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53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90BD-F807-5D40-7F12-DF7F7898B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412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F22D9-5028-F7FC-68CF-3D6ED6A60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022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212</Words>
  <Application>Microsoft Office PowerPoint</Application>
  <PresentationFormat>寬螢幕</PresentationFormat>
  <Paragraphs>10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微軟正黑體</vt:lpstr>
      <vt:lpstr>新細明體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tonyyu 謝統宇</dc:creator>
  <cp:lastModifiedBy>tonyyu 謝統宇</cp:lastModifiedBy>
  <cp:revision>1</cp:revision>
  <dcterms:created xsi:type="dcterms:W3CDTF">2026-07-06T02:55:03Z</dcterms:created>
  <dcterms:modified xsi:type="dcterms:W3CDTF">2026-07-06T03:17:18Z</dcterms:modified>
</cp:coreProperties>
</file>