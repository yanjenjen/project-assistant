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974742-D7A6-11BD-8F53-219C3A4D64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BC58B21-AD7E-EC22-730A-7BD3CA4ED5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D4F37C5-608D-3D52-3FF6-4F065C423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5DA2F-8F78-4333-9CAB-7D85E1E278C0}" type="datetimeFigureOut">
              <a:rPr lang="zh-TW" altLang="en-US" smtClean="0"/>
              <a:t>2026/7/3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68052AB-6287-5940-CD6C-8DE3825E5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7C5E65E-813C-5552-414B-F89FD335B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CEC97-AC2D-4272-8897-A71E21C820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3862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317254-71C6-B9FF-086E-B834E2A79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D6BED7-171D-2D0D-8E29-3C13D06AA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D6D39FF-1ECA-E77A-D3D4-A90137CD0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5DA2F-8F78-4333-9CAB-7D85E1E278C0}" type="datetimeFigureOut">
              <a:rPr lang="zh-TW" altLang="en-US" smtClean="0"/>
              <a:t>2026/7/3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C31121-030F-016D-8565-57D87D803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3529D3-BFE4-826D-3C8D-9149AB1E3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CEC97-AC2D-4272-8897-A71E21C820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8407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0ABD22-BB6D-C4F2-898B-FA6295564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30E62F6-2A7F-CBD5-03AD-F1C730050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96EC3E-EBA7-46BC-3A86-C2AFF17D1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5DA2F-8F78-4333-9CAB-7D85E1E278C0}" type="datetimeFigureOut">
              <a:rPr lang="zh-TW" altLang="en-US" smtClean="0"/>
              <a:t>2026/7/3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E08622C-8569-C4B2-EA1F-D5B68B140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23B11C3-9A9B-3A0D-6A07-43A7DB411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CEC97-AC2D-4272-8897-A71E21C820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1584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4FE76-C51C-0C30-6647-71CF87564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28E3D5-C97B-78B8-B3CA-E7C3584953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F87A24F-462D-2762-6B0B-15708A7CBE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98209F8-E8EB-0C29-E504-E04C7B522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5DA2F-8F78-4333-9CAB-7D85E1E278C0}" type="datetimeFigureOut">
              <a:rPr lang="zh-TW" altLang="en-US" smtClean="0"/>
              <a:t>2026/7/3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CAD761B-826E-F272-3A1F-A95403E1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1095B8E-733C-769C-04C9-877CEB63B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CEC97-AC2D-4272-8897-A71E21C820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6489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705ADE-8875-837B-BC98-568451609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6E3FF74-63E2-1815-1C20-E414F4C89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3FD6EC4-D45A-80FC-98B7-E54928A0F5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AE5F48E-A3E8-0EFF-3079-1E552021F9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7A0DC7D-27E5-6326-46EF-1FE2B028FF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8DD5DEF-0FB8-2E5C-4F31-E60A1415F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5DA2F-8F78-4333-9CAB-7D85E1E278C0}" type="datetimeFigureOut">
              <a:rPr lang="zh-TW" altLang="en-US" smtClean="0"/>
              <a:t>2026/7/3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C6ECE95-62F6-9370-26BF-3924D6CF3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5F97379-DA84-D63F-50A8-8E77C2AA6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CEC97-AC2D-4272-8897-A71E21C820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045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7054B1-218D-4EE9-144C-CABFC3B89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487C6CE-5C20-8DB3-3B09-3840A7C62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5DA2F-8F78-4333-9CAB-7D85E1E278C0}" type="datetimeFigureOut">
              <a:rPr lang="zh-TW" altLang="en-US" smtClean="0"/>
              <a:t>2026/7/3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1F54DFD-734A-B75C-30EB-55FD39AD2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AE7C404-E209-2099-8461-C5362FE0A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CEC97-AC2D-4272-8897-A71E21C820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5907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70B59E8-74D5-B0B2-39C5-AAEB02C6D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5DA2F-8F78-4333-9CAB-7D85E1E278C0}" type="datetimeFigureOut">
              <a:rPr lang="zh-TW" altLang="en-US" smtClean="0"/>
              <a:t>2026/7/3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70DF613-82BD-4FEF-F0AE-DE2D0CBBC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7EE00C7-B881-8996-4456-0C6730C4C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CEC97-AC2D-4272-8897-A71E21C820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3535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755B88-CEE9-9297-90BA-A65053DE4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6EB44F-C37A-D1AD-6A4E-47EF517F5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2745552-DD9A-FC22-5D55-20A9288CE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B684F96-9C06-A67D-3DCF-3FF6F9DE6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5DA2F-8F78-4333-9CAB-7D85E1E278C0}" type="datetimeFigureOut">
              <a:rPr lang="zh-TW" altLang="en-US" smtClean="0"/>
              <a:t>2026/7/3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3C8EC27-E39D-C896-2778-B70B83590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F683C48-B3CE-CDD2-91E4-7D0F69C18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CEC97-AC2D-4272-8897-A71E21C820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5715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3EA6FF-FC80-8271-08DB-30C3F6E8F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923B218-5540-D565-F027-72964557B3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DBAA9AD-D18A-3341-761B-C09586487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183D130-E96B-8A24-FF6E-61129A0AB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5DA2F-8F78-4333-9CAB-7D85E1E278C0}" type="datetimeFigureOut">
              <a:rPr lang="zh-TW" altLang="en-US" smtClean="0"/>
              <a:t>2026/7/3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CD09B35-8D96-4469-8BD1-A08F06291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22BACC3-4F39-CA7A-CB0E-090CA5C75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CEC97-AC2D-4272-8897-A71E21C820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2269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0BFBFC-D5EC-096C-46C3-4F4CE68C9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C6AFD46-37E6-4888-24D5-EF6977019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BE02BB0-8659-5D24-D0CB-7F148F1B3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5DA2F-8F78-4333-9CAB-7D85E1E278C0}" type="datetimeFigureOut">
              <a:rPr lang="zh-TW" altLang="en-US" smtClean="0"/>
              <a:t>2026/7/3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EB7804F-6380-2585-3853-0195BAE05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99865B-D58B-D538-164B-4486B07E5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CEC97-AC2D-4272-8897-A71E21C820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0696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34BD457-D52E-0DB3-335C-A5B23A1CE6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1EFBF11-D088-B863-B260-8808D578E8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860395C-FD06-1532-10F6-2A40F4E7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5DA2F-8F78-4333-9CAB-7D85E1E278C0}" type="datetimeFigureOut">
              <a:rPr lang="zh-TW" altLang="en-US" smtClean="0"/>
              <a:t>2026/7/3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341DA75-3429-05C9-6251-4FB037FB7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0A4FDF9-DFD1-3081-86D7-01A0FA2F9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CEC97-AC2D-4272-8897-A71E21C820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9656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6759E47-BABE-B882-2EF3-EB3ED54B3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D3FAC88-3BFD-9A93-95CE-448FE468E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453046E-5BA5-AE2C-0405-EF57C2E9D7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65DA2F-8F78-4333-9CAB-7D85E1E278C0}" type="datetimeFigureOut">
              <a:rPr lang="zh-TW" altLang="en-US" smtClean="0"/>
              <a:t>2026/7/3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CFA0023-1661-DC41-2DB2-0174712AE7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16302C2-596F-4D33-F160-35A4F8AB10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BCEC97-AC2D-4272-8897-A71E21C820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0384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8C7785-2502-8564-DC16-23F9E3A700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4AF8E12-10BE-2913-7BA3-9E00A97D00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0784BEE-73D9-186C-67F0-694408A50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7797"/>
            <a:ext cx="12192000" cy="5879052"/>
          </a:xfrm>
          <a:prstGeom prst="rect">
            <a:avLst/>
          </a:prstGeom>
        </p:spPr>
      </p:pic>
      <p:sp>
        <p:nvSpPr>
          <p:cNvPr id="7" name="矩形: 圓角 6">
            <a:extLst>
              <a:ext uri="{FF2B5EF4-FFF2-40B4-BE49-F238E27FC236}">
                <a16:creationId xmlns:a16="http://schemas.microsoft.com/office/drawing/2014/main" id="{32450A56-209B-ACDC-CEBF-A4FBEA76B4AF}"/>
              </a:ext>
            </a:extLst>
          </p:cNvPr>
          <p:cNvSpPr/>
          <p:nvPr/>
        </p:nvSpPr>
        <p:spPr>
          <a:xfrm>
            <a:off x="197963" y="1122363"/>
            <a:ext cx="1074656" cy="35764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D17E0618-DD33-59C7-4151-767FF2031763}"/>
              </a:ext>
            </a:extLst>
          </p:cNvPr>
          <p:cNvSpPr/>
          <p:nvPr/>
        </p:nvSpPr>
        <p:spPr>
          <a:xfrm>
            <a:off x="8617671" y="1122362"/>
            <a:ext cx="1074656" cy="35764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6F31980-F4FF-C45C-8818-C5D507F97BD0}"/>
              </a:ext>
            </a:extLst>
          </p:cNvPr>
          <p:cNvSpPr txBox="1"/>
          <p:nvPr/>
        </p:nvSpPr>
        <p:spPr>
          <a:xfrm>
            <a:off x="4029960" y="1156841"/>
            <a:ext cx="3063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訂單查詢裡訂單單號與</a:t>
            </a:r>
            <a:r>
              <a:rPr lang="en-US" altLang="zh-TW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ERP</a:t>
            </a:r>
            <a:r>
              <a:rPr lang="zh-TW" altLang="zh-TW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訂單號不應為相同</a:t>
            </a:r>
            <a:endParaRPr lang="zh-TW" altLang="en-US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56524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090CEB6-2972-F31B-9AFE-7C12B8E92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56325"/>
            <a:ext cx="12192000" cy="274535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51D1204B-D077-F278-AB93-311C69369377}"/>
              </a:ext>
            </a:extLst>
          </p:cNvPr>
          <p:cNvSpPr txBox="1"/>
          <p:nvPr/>
        </p:nvSpPr>
        <p:spPr>
          <a:xfrm>
            <a:off x="3478491" y="4801675"/>
            <a:ext cx="7060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搜尋希望使用模糊搜尋</a:t>
            </a:r>
            <a:r>
              <a:rPr lang="en-US" altLang="zh-TW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zh-TW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舉例需求</a:t>
            </a:r>
            <a:r>
              <a:rPr lang="en-US" altLang="zh-TW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100/90-10</a:t>
            </a:r>
            <a:r>
              <a:rPr lang="zh-TW" altLang="zh-TW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規格可打</a:t>
            </a:r>
            <a:r>
              <a:rPr lang="en-US" altLang="zh-TW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1009010)</a:t>
            </a:r>
            <a:r>
              <a:rPr lang="zh-TW" altLang="zh-TW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TW" altLang="en-US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02563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6672E3E-922F-4D89-0F71-FE1B46CBC4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247" r="-287" b="5017"/>
          <a:stretch>
            <a:fillRect/>
          </a:stretch>
        </p:blipFill>
        <p:spPr>
          <a:xfrm>
            <a:off x="72271" y="122548"/>
            <a:ext cx="11004224" cy="5948314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0DE1884D-D34C-BDA0-22E8-111F83D25926}"/>
              </a:ext>
            </a:extLst>
          </p:cNvPr>
          <p:cNvSpPr txBox="1"/>
          <p:nvPr/>
        </p:nvSpPr>
        <p:spPr>
          <a:xfrm>
            <a:off x="590747" y="6259400"/>
            <a:ext cx="2105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產品圖片縮小。</a:t>
            </a:r>
            <a:endParaRPr lang="zh-TW" altLang="en-US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12936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438DE26-2130-B8AE-6D3A-1E27DFDBF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89795"/>
            <a:ext cx="12192000" cy="241218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2838A25-EFA5-A0B8-4C8D-C1442000E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7141"/>
            <a:ext cx="12192000" cy="194968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991EC4F-61FD-40AF-D230-2FF684F51862}"/>
              </a:ext>
            </a:extLst>
          </p:cNvPr>
          <p:cNvSpPr txBox="1"/>
          <p:nvPr/>
        </p:nvSpPr>
        <p:spPr>
          <a:xfrm>
            <a:off x="477626" y="2432118"/>
            <a:ext cx="65264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商品總</a:t>
            </a:r>
            <a:r>
              <a:rPr lang="zh-TW" altLang="en-US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覽</a:t>
            </a:r>
            <a:r>
              <a:rPr lang="zh-TW" altLang="zh-TW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裡花紋的下拉式選單應在一開始就預設顯示，而非拉完系列後才顯示</a:t>
            </a:r>
            <a:endParaRPr lang="zh-TW" altLang="en-US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92506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D533C942-60DA-B028-D99D-55C17EC7FDF0}"/>
              </a:ext>
            </a:extLst>
          </p:cNvPr>
          <p:cNvSpPr txBox="1"/>
          <p:nvPr/>
        </p:nvSpPr>
        <p:spPr>
          <a:xfrm>
            <a:off x="4245205" y="5674938"/>
            <a:ext cx="4681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希望新增產品說明：由業務從後台描述產品內容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F0C6D18-A0D2-AF44-94A6-3B7DF3898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8313"/>
            <a:ext cx="12192000" cy="388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908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72</Words>
  <Application>Microsoft Office PowerPoint</Application>
  <PresentationFormat>寬螢幕</PresentationFormat>
  <Paragraphs>5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微軟正黑體</vt:lpstr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daryl 蔡哲瑋</dc:creator>
  <cp:lastModifiedBy>daryl 蔡哲瑋</cp:lastModifiedBy>
  <cp:revision>2</cp:revision>
  <dcterms:created xsi:type="dcterms:W3CDTF">2026-07-03T02:46:24Z</dcterms:created>
  <dcterms:modified xsi:type="dcterms:W3CDTF">2026-07-03T03:21:21Z</dcterms:modified>
</cp:coreProperties>
</file>